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725912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943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Trebuchet MS"/>
              </a:defRPr>
            </a:pPr>
            <a:r>
              <a:t>RANCANG BANGUN SISTEM PENGAMANAN PESAN BERBASIS</a:t>
            </a:r>
            <a:br/>
            <a:r>
              <a:t>HYBRID CRYPTOGRAPHY AES-RSA MENGGUNAKAN</a:t>
            </a:r>
            <a:br/>
            <a:r>
              <a:t>ALGORITMA NAIVE BAYES</a:t>
            </a:r>
          </a:p>
          <a:p>
            <a:pPr algn="ctr">
              <a:spcBef>
                <a:spcPts val="1200"/>
              </a:spcBef>
              <a:defRPr sz="1600">
                <a:solidFill>
                  <a:srgbClr val="0EA5E9"/>
                </a:solidFill>
                <a:latin typeface="Calibri"/>
              </a:defRPr>
            </a:pPr>
            <a:r>
              <a:t>Aplikasi Chatting E2EE 'ChatKu' dengan Deteksi Risiko Lokal (Client-Side)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Oleh Peneliti: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• Dimas Kurniawan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NIM: 2022573010009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Program Studi: Teknik Informatika</a:t>
            </a:r>
          </a:p>
          <a:p>
            <a:pPr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• Politeknik Negeri Lhokseumawe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2918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Dewan Pembimbing: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• Pembimbing I: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M. Khadafi, S.T., M.T.</a:t>
            </a:r>
          </a:p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Calibri"/>
              </a:defRPr>
            </a:pPr>
            <a:r>
              <a:t>• Pembimbing II: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Muhammad Reza Zulman, S.S.T., M.Sc.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Latar Belakang &amp; Urgensi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Trebuchet MS"/>
              </a:defRPr>
            </a:pPr>
            <a:r>
              <a:t>PERMASALAHAN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Volume komunikasi digital yang sangat tinggi meningkatkan risiko kebocoran data sensitif (personal, finansial, kredensial).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Kesadaran keamanan pengguna yang rendah terhadap ancaman siber seperti phishing, penipuan online, dan social engineering.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Enkripsi menyeluruh (E2EE) pada semua pesan tanpa filter meningkatkan beban pemrosesan/overhead komputasi yang tidak efisien.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Server perantara yang memproses klasifikasi (Server-Side Decryption) melanggar privasi mutlak pengguna karena harus membuka teks asli.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SOLUSI YANG DIUSULKAN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Client-Side Classification: Proses deteksi risiko pesan dijalankan lokal di RAM HP pengirim menggunakan model Naive Bayes.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Pencegahan Dini: Pesan yang terdeteksi Berisiko diblokir langsung di sisi klien dan tidak pernah dikirim ke internet.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Hybrid Cryptography AES-RSA: Pesan aman dienkripsi end-to-end menggunakan AES-256 (pesan) dan RSA-2048 (kunci).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Zero-Knowledge &amp; Zero-Storage: Server bertindak buta data. Hanya menerima dan menyalurkan ciphertext tanpa bisa membaca teks asli.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Rumusan Masalah &amp; Batasan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RUMUSAN MASALAH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Bagaimana merancang sistem pengamanan pesan berbasis Hybrid Cryptography AES-RSA yang dikombinasikan dengan deteksi risiko lokal menggunakan Naive Bayes?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Bagaimana tingkat akurasi dan kinerja model Naive Bayes dalam mengklasifikasikan pesan teks berisiko secara offline?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Bagaimana tingkat keamanan dan fungsionalitas sistem yang dirancang terhadap audit jaringan (Wireshark) dan integritas data (SHA-256)?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BATASAN MASALAH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Data input dibatasi hanya pada pesan dalam bentuk teks (tidak mencakup file gambar, audio, video, atau dokumen biner).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Kategori klasifikasi dibagi menjadi dua kelas utama: Berisiko (ancaman siber, kata kasar, phishing, penipuan) dan Tidak Berisiko.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Kriptografi menggunakan AES-256-CBC untuk enkripsi konten pesan dan RSA-2048 untuk proteksi dan distribusi kunci simetris.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Kunci privat RSA milik pengguna disimpan secara mandiri di penyimpanan lokal perangkat klien (tidak diunggah ke server).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Pengujian keamanan dibatasi pada simulasi serangan transmisi data (MITM) dan manipulasi database (SHA-256 verification).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Arsitektur &amp; Alur Kerja Sistem ChatKu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1. PRAPEMROSESAN LOKAL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Pengirim menulis pesan teks biasa di UI.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Case Folding: Teks dikonversi ke huruf kecil.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Pattern Replacement: Regex mengganti pola sensitif (URL, HP, Nominal, OTP) menjadi token khusus.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Tokenisasi &amp; Filtering: Pemotongan kata &amp; pembuangan stopwords.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Stemming (Sastrawi): Mengubah kata ke bentuk dasar lokal.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2. DETEKSI RISIKO (CLIENT)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Model Naive Bayes &amp; Safety Net (Daftar Kata Kasar/Obfuscation) di RAM HP mengevaluasi teks bersih.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Keputusan Pengiriman: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43F5E"/>
                </a:solidFill>
                <a:latin typeface="Calibri"/>
              </a:defRPr>
            </a:pPr>
            <a:r>
              <a:t>  - Jika Berisiko: Pengiriman dibatalkan secara sepihak. Pesan dibakar dari RAM, tampilkan peringatan lokal.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10B981"/>
                </a:solidFill>
                <a:latin typeface="Calibri"/>
              </a:defRPr>
            </a:pPr>
            <a:r>
              <a:t>  - Jika Aman: Proses berlanjut ke tahap enkripsi.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3. HYBRID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Kunci AES-256 acak dibuat untuk mengenkripsi teks pesan (Ciphertext).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Kunci AES dikunci dengan RSA Public Key Penerima (EK_user) &amp; RSA Public Key Pengirim (EK_sender).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Segel Hash SHA-256 dibuat dari plaintext asli.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Payload terenkripsi dikirim via WebSocket ke MongoDB. Server tidak dapat membuka payload.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Data, Sumber Dataset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SUMBER DATA &amp; PEMBAGIAN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Dataset Gabungan: 38.086 sampel dari 5 sumber: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- 1. Indonesian Chat Dataset (Kaggle) — Kelas Normal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- 2. Indonesian TikTok Cyberbullying Comments (GitHub)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- 3. Cyberbullying Bahasa Indonesia Dataset (Kaggle)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- 4. TikTok Comments Scraping (8 video terpilih)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- 5. Dataset Dummy (Peneliti) — Phishing, OTP, dll.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Deduplikasi Teks Bersih: Menghapus data kembar pasca prapemrosesan guna mencegah kebocoran data (data leakage). Sisa: 35.946 sampel.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Rasio Split (70:15:15):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Data Latih: 25.162  | Validasi: 5.392 | Uji: 5.392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Imbalance: 91.1% Tidak Berisiko (1:10.2)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DETAIL TAHAPAN PREPROCESSING LOKAL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Case Folding: Teks asli dikonversi menjadi huruf kecil untuk penyeragaman fitur.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Pattern Replacement: Deteksi dan substitusi token khusus dengan Regex: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URL/Link mencurigakan → token 'URL_CURIGA'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Nomor Telepon/HP asing → token 'NOMOR_HP_ASING'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Kode angka OTP (5-8 digit) → token 'KODE_OTP'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Nominal uang (Rp...) → token 'NOMINAL_UANG'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Tokenisasi: Kalimat dipecah menjadi token kata terpisah.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Stopword Removal: Penghapusan kata tidak penting (di, ke, dari, dll.).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Stemming (Sastrawi): Konversi kata berimbuhan bahasa Indonesia menjadi kata dasar (misal: 'diumumkan' → 'umum').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Skema Kriptografi Hybrid &amp; Integritas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ENKRIPSI DATA: AES-256-CBC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Menggunakan algoritma simetris Advanced Encryption Standard (AES) dengan panjang kunci 256-bit.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Mode operasi CBC (Cipher Block Chaining) dengan Initialization Vector (IV) 16-byte acak per pesan.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Keunggulan: Kecepatan enkripsi dan dekripsi yang tinggi di sisi klien untuk pesan teks.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Trebuchet MS"/>
              </a:defRPr>
            </a:pPr>
            <a:r>
              <a:t>DISTRIBUSI KUNCI: RSA-2048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Proteksi Kunci AES menggunakan kunci asimetris RSA-2048 dengan padding OAEP.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Skema Dual-Key Encryption: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EK_user: Kunci AES dienkripsi dengan kunci publik Penerima (untuk dibaca penerima).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EK_sender: Kunci AES dienkripsi dengan kunci publik Pengirim sendiri (untuk riwayat chat pengirim).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Kunci privat pengguna hanya ada di perangkat masing-masing, tidak pernah terkirim ke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SEGAL HASH &amp; DB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SHA-256 Integrity Verification: Pesan dihitung nilai hash-nya sebelum dienkripsi.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Sisi penerima memverifikasi hash setelah dekripsi untuk memastikan isi pesan 100% utuh.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Zero-Knowledge DB: Database MongoDB di backend hanya menyimpan ciphertext acak, IV, EK_user, EK_sender, dan hash. Server bertindak buta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Implementasi Sistem &amp; Antarmuka Aplikasi ChatKu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STACK TEKNOLOGI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Frontend Mobile: React Native (TypeScript)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Library Kriptografi: node-forge (RSA-OAEP), react-native-aes-crypto (AES-256-CBC).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Stemming Bahasa Indonesia: Library Sastrawi JS yang dikompresi untuk mobile RAM.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Backend FastAPI: Web server berkinerja tinggi berbasis Python (ASGI).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Protokol WebSocket real-time untuk transmisi pesan terenkripsi secara instan.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Database MongoDB: Penyimpanan NoSQL berkinerja tinggi untuk user, pesan terenkripsi, dan forensic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FITUR ANTARMUKA UTAMA (UI)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Onboarding Page: Memandu pengguna memahami E2EE, Zero-Storage, dan Anti-Forensik.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Chatroom Page: Menampilkan chat secara real-time. Jika sensor AI mendeteksi pesan berisiko kasar, pengiriman langsung diblokir secara lokal.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Security Center Dashboard: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Dashboard: Menampilkan skor keamanan dan fitur aktif.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Key Verify: Memverifikasi sidik jari (fingerprint) kunci publik RSA kontak untuk mencegah serangan MITM.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Forensic Log: Riwayat aktivitas keamanan (auth, crypto, access) yang dilindungi SHA-256.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Hasil Pengujian &amp; Akurasi Model Naive Bayes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METRIK EVALUASI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Model Klasifikasi: Multinomial Naive Bayes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Alpha = 1.0 (Laplace Smoothing) | Fitur: TF-IDF N-Gram (1,2)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Evaluasi Data Validasi (15% - 5.392 sampel):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Akurasi: 93.29%  |  Precision: 67.64%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Recall: 72.07%  |  F1-Score: 69.78%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Evaluasi Data Uji / Test (15% - 5.392 sampel):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Akurasi: 92.73%  |  Precision: 65.93%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Recall: 66.84%  |  F1-Score: 66.38%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Catatan: Recall yang stabil memastikan deteksi pesan berisiko berjalan optimal di sisi klien.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CONFUSION MATRIX (DATA UJI)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Matriks Data Uji (5.392 total sampel):</a:t>
            </a:r>
          </a:p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• TP (True Positive) = 387 sampel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94A3B8"/>
                </a:solidFill>
                <a:latin typeface="Calibri"/>
              </a:defRPr>
            </a:pPr>
            <a:r>
              <a:t>  - Pesan berisiko berhasil terdeteksi dan diblokir.</a:t>
            </a:r>
          </a:p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• TN (True Negative) = 4.613 sampel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94A3B8"/>
                </a:solidFill>
                <a:latin typeface="Calibri"/>
              </a:defRPr>
            </a:pPr>
            <a:r>
              <a:t>  - Pesan aman diizinkan lolos untuk proses enkripsi.</a:t>
            </a:r>
          </a:p>
          <a:p>
            <a:pPr>
              <a:spcAft>
                <a:spcPts val="600"/>
              </a:spcAft>
              <a:defRPr sz="1200" b="1">
                <a:solidFill>
                  <a:srgbClr val="F43F5E"/>
                </a:solidFill>
                <a:latin typeface="Calibri"/>
              </a:defRPr>
            </a:pPr>
            <a:r>
              <a:t>• FP (False Positive) = 200 sampel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94A3B8"/>
                </a:solidFill>
                <a:latin typeface="Calibri"/>
              </a:defRPr>
            </a:pPr>
            <a:r>
              <a:t>  - Pesan aman salah terdeteksi berisiko (false alarm).</a:t>
            </a:r>
          </a:p>
          <a:p>
            <a:pPr>
              <a:spcAft>
                <a:spcPts val="600"/>
              </a:spcAft>
              <a:defRPr sz="1200" b="1">
                <a:solidFill>
                  <a:srgbClr val="F43F5E"/>
                </a:solidFill>
                <a:latin typeface="Calibri"/>
              </a:defRPr>
            </a:pPr>
            <a:r>
              <a:t>• FN (False Negative) = 192 sampel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94A3B8"/>
                </a:solidFill>
                <a:latin typeface="Calibri"/>
              </a:defRPr>
            </a:pPr>
            <a:r>
              <a:t>  - Pesan berisiko lolos dari sensor model Naive Bayes.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Mitigasi FN: Client-Side Safety Net bertindak sebagai filter lapis pertama untuk memblokir kata kasar/obfuscation sensitif secara mutlak.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Hasil Pengujian Keamanan &amp; Integritas Sistem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AUDIT JARINGAN &amp; BASIS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Penyadapan Jaringan (Wireshark MITM):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Paket WebSocket yang berhasil disadap di tengah jalan hanya menampilkan payload Base64 terenkripsi (ciphertext).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Tidak ada plaintext pesan atau kunci AES mentah yang bocor di jaringan transit.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Zero-Knowledge Database Audit: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Isi database MongoDB diperiksa dan terbukti hanya menyimpan payload terenkripsi, IV, EK_user, EK_sender, dan nilai hash.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Server dan database tidak menyimpan teks pesan asli maupun kunci privat pengguna.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VERIFIKASI INTEGRITAS &amp; LOGIKA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Deteksi Manipulasi (SHA-256):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Pengujian manipulasi dilakukan dengan mengubah 1 karakter ciphertext di database MongoDB.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43F5E"/>
                </a:solidFill>
                <a:latin typeface="Calibri"/>
              </a:defRPr>
            </a:pPr>
            <a:r>
              <a:t>  - Sistem di sisi penerima mendeteksi ketidaksesuaian nilai hash SHA-256 pasca dekripsi, menampilkan error, dan menolak merender teks pesan.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Pengujian Logika (White Box Testing):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Pengujian path logika klasifikasi, enkripsi, dan dekripsi pesan menghasilkan Cyclomatic Complexity yang efisien.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Semua jalur percabangan (path) berhasil dilewati dengan tingkat keberhasilan pengujian 100%.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Kesimpulan &amp; Saran Pengembangan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KESIMPULAN PENELITIAN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Sistem ChatKu berhasil mengintegrasikan Client-Side Naive Bayes dan Hybrid Cryptography AES-RSA secara E2EE murni.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Klasifikasi risiko berjalan lokal di RAM HP pengirim, sehingga privasi plaintext pesan dan kunci mutlak terlindungi.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Model Naive Bayes mencapai akurasi 92.73% pada data uji dengan model Multinomial NB yang efisien.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Keamanan Zero-Knowledge dan tampered-detection SHA-256 terbukti 100% berfungsi mengamankan data dan mendeteksi manipulasi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SARAN PENGEMBANGAN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Menerapkan Perfect Forward Secrecy (PFS) berbasis Diffie-Hellman untuk mencegah kebocoran riwayat pesan jika private key bocor.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Menyeimbangkan dataset dengan menambahkan sampel kata berisiko halus atau sarkasme.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Mengukur waktu eksekusi kriptografi RSA-2048 di berbagai spesifikasi hardware perangkat mobile.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Menambahkan fitur autentikasi kunci publik kontak menggunakan QR Code / Safety Number.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Mengembangkan protokol E2EE untuk obrolan grup (misal: protokol Sender Keys).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